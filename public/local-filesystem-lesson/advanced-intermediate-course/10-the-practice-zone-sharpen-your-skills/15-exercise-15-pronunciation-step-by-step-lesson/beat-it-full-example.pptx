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3690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D8368C-E2B1-CA8C-6AB0-C4DFABBCBB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www.MartinBlacutt.com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C852E-E0A4-C6D2-C93B-81AAC43D9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D40328-D583-4EAA-A806-6FBD87124AA9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230F1-0548-258D-D43E-DF7DA2482B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72199-30B2-BBE0-7E6D-ECFAA0B048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5A926-24BD-42DB-8DBD-B066ADE81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0506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www.MartinBlacutt.com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09E7B-69B8-49D9-A8BE-089883DC326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7FEBF-103A-4F06-92DB-3EA147645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25994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dirty="0"/>
              <a:t>www.MartinBlacutt.com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English With Martin Blacutt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MX" dirty="0" err="1"/>
              <a:t>xzzxzxzx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62200"/>
            <a:ext cx="102425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3200" dirty="0">
                <a:solidFill>
                  <a:srgbClr val="FFFFFF"/>
                </a:solidFill>
              </a:rPr>
              <a:t>They told him, "Don't you ever come around here"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29000"/>
            <a:ext cx="93535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3200" dirty="0" err="1">
                <a:solidFill>
                  <a:srgbClr val="FFFF00"/>
                </a:solidFill>
              </a:rPr>
              <a:t>ðeɪ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toʊld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hɪm</a:t>
            </a:r>
            <a:r>
              <a:rPr sz="3200" dirty="0">
                <a:solidFill>
                  <a:srgbClr val="FFFF00"/>
                </a:solidFill>
              </a:rPr>
              <a:t>, "</a:t>
            </a:r>
            <a:r>
              <a:rPr sz="3200" dirty="0" err="1">
                <a:solidFill>
                  <a:srgbClr val="FFFF00"/>
                </a:solidFill>
              </a:rPr>
              <a:t>doʊnt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ju</a:t>
            </a:r>
            <a:r>
              <a:rPr sz="3200" dirty="0">
                <a:solidFill>
                  <a:srgbClr val="FFFF00"/>
                </a:solidFill>
              </a:rPr>
              <a:t>ː ˈ</a:t>
            </a:r>
            <a:r>
              <a:rPr sz="3200" dirty="0" err="1">
                <a:solidFill>
                  <a:srgbClr val="FFFF00"/>
                </a:solidFill>
              </a:rPr>
              <a:t>ɛvər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k</a:t>
            </a:r>
            <a:r>
              <a:rPr lang="en-US" sz="3200" dirty="0" err="1">
                <a:solidFill>
                  <a:srgbClr val="FFFF00"/>
                </a:solidFill>
              </a:rPr>
              <a:t>ə</a:t>
            </a:r>
            <a:r>
              <a:rPr sz="3200" dirty="0" err="1">
                <a:solidFill>
                  <a:srgbClr val="FFFF00"/>
                </a:solidFill>
              </a:rPr>
              <a:t>m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əˈraʊnd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hɪr</a:t>
            </a:r>
            <a:r>
              <a:rPr sz="3200" dirty="0">
                <a:solidFill>
                  <a:srgbClr val="FFFF00"/>
                </a:solidFill>
              </a:rP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Le dijeron: "No vuelvas nunca por aquí"</a:t>
            </a:r>
          </a:p>
        </p:txBody>
      </p:sp>
      <p:pic>
        <p:nvPicPr>
          <p:cNvPr id="5" name="0">
            <a:hlinkClick r:id="" action="ppaction://media"/>
            <a:extLst>
              <a:ext uri="{FF2B5EF4-FFF2-40B4-BE49-F238E27FC236}">
                <a16:creationId xmlns:a16="http://schemas.microsoft.com/office/drawing/2014/main" id="{4B58FF6C-2310-971F-D6D7-847F123BF6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38650" y="360124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36A69-394D-04E6-725C-303D18857719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1747391"/>
            <a:ext cx="107061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/>
          </a:p>
          <a:p>
            <a:r>
              <a:rPr sz="3200" dirty="0">
                <a:solidFill>
                  <a:srgbClr val="FFFFFF"/>
                </a:solidFill>
              </a:rPr>
              <a:t>Don't </a:t>
            </a:r>
            <a:r>
              <a:rPr sz="3200" dirty="0" err="1">
                <a:solidFill>
                  <a:srgbClr val="FFFFFF"/>
                </a:solidFill>
              </a:rPr>
              <a:t>wanna</a:t>
            </a:r>
            <a:r>
              <a:rPr sz="3200" dirty="0">
                <a:solidFill>
                  <a:srgbClr val="FFFFFF"/>
                </a:solidFill>
              </a:rPr>
              <a:t> see your face, you better disappear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8135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doʊnt</a:t>
            </a:r>
            <a:r>
              <a:rPr sz="3600" dirty="0">
                <a:solidFill>
                  <a:srgbClr val="FFFF00"/>
                </a:solidFill>
              </a:rPr>
              <a:t> ˈ</a:t>
            </a:r>
            <a:r>
              <a:rPr sz="3600" dirty="0" err="1">
                <a:solidFill>
                  <a:srgbClr val="FFFF00"/>
                </a:solidFill>
              </a:rPr>
              <a:t>wɑːnə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si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jʊr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feɪs</a:t>
            </a:r>
            <a:r>
              <a:rPr sz="3600" dirty="0">
                <a:solidFill>
                  <a:srgbClr val="FFFF00"/>
                </a:solidFill>
              </a:rPr>
              <a:t>,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ː ˈ</a:t>
            </a:r>
            <a:r>
              <a:rPr sz="3600" dirty="0" err="1">
                <a:solidFill>
                  <a:srgbClr val="FFFF00"/>
                </a:solidFill>
              </a:rPr>
              <a:t>bɛtər</a:t>
            </a:r>
            <a:r>
              <a:rPr sz="3600" dirty="0">
                <a:solidFill>
                  <a:srgbClr val="FFFF00"/>
                </a:solidFill>
              </a:rPr>
              <a:t> ˌ</a:t>
            </a:r>
            <a:r>
              <a:rPr sz="3600" dirty="0" err="1">
                <a:solidFill>
                  <a:srgbClr val="FFFF00"/>
                </a:solidFill>
              </a:rPr>
              <a:t>dɪsəˈpɪr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No quiero ver tu cara, mejor desaparece</a:t>
            </a:r>
          </a:p>
        </p:txBody>
      </p:sp>
      <p:pic>
        <p:nvPicPr>
          <p:cNvPr id="5" name="1 ">
            <a:hlinkClick r:id="" action="ppaction://media"/>
            <a:extLst>
              <a:ext uri="{FF2B5EF4-FFF2-40B4-BE49-F238E27FC236}">
                <a16:creationId xmlns:a16="http://schemas.microsoft.com/office/drawing/2014/main" id="{081CCD3F-B812-DFBD-112C-2D0383006F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68850" y="3937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747E84-0679-CDBC-B650-D8ABE69F10FB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8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7050" y="2091015"/>
            <a:ext cx="112776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r>
              <a:rPr sz="2800" dirty="0">
                <a:solidFill>
                  <a:srgbClr val="FFFFFF"/>
                </a:solidFill>
              </a:rPr>
              <a:t>The fire's in their eyes and their words are really clear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0550" y="3085743"/>
            <a:ext cx="94424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3200" dirty="0" err="1">
                <a:solidFill>
                  <a:srgbClr val="FFFF00"/>
                </a:solidFill>
              </a:rPr>
              <a:t>ðə</a:t>
            </a:r>
            <a:r>
              <a:rPr sz="3200" dirty="0">
                <a:solidFill>
                  <a:srgbClr val="FFFF00"/>
                </a:solidFill>
              </a:rPr>
              <a:t> ˈ</a:t>
            </a:r>
            <a:r>
              <a:rPr sz="3200" dirty="0" err="1">
                <a:solidFill>
                  <a:srgbClr val="FFFF00"/>
                </a:solidFill>
              </a:rPr>
              <a:t>faɪərz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ɪn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ðɛr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aɪz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ænd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ðɛr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wɜrdz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ɑr</a:t>
            </a:r>
            <a:r>
              <a:rPr sz="3200" dirty="0">
                <a:solidFill>
                  <a:srgbClr val="FFFF00"/>
                </a:solidFill>
              </a:rPr>
              <a:t> ˈ</a:t>
            </a:r>
            <a:r>
              <a:rPr sz="3200" dirty="0" err="1">
                <a:solidFill>
                  <a:srgbClr val="FFFF00"/>
                </a:solidFill>
              </a:rPr>
              <a:t>rɪli</a:t>
            </a:r>
            <a:r>
              <a:rPr sz="3200" dirty="0">
                <a:solidFill>
                  <a:srgbClr val="FFFF00"/>
                </a:solidFill>
              </a:rPr>
              <a:t> </a:t>
            </a:r>
            <a:r>
              <a:rPr sz="3200" dirty="0" err="1">
                <a:solidFill>
                  <a:srgbClr val="FFFF00"/>
                </a:solidFill>
              </a:rPr>
              <a:t>klɪr</a:t>
            </a:r>
            <a:endParaRPr sz="32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98107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r>
              <a:rPr sz="2800" dirty="0">
                <a:solidFill>
                  <a:srgbClr val="C8C8C8"/>
                </a:solidFill>
              </a:rPr>
              <a:t>El </a:t>
            </a:r>
            <a:r>
              <a:rPr sz="2800" dirty="0" err="1">
                <a:solidFill>
                  <a:srgbClr val="C8C8C8"/>
                </a:solidFill>
              </a:rPr>
              <a:t>fuego</a:t>
            </a:r>
            <a:r>
              <a:rPr sz="2800" dirty="0">
                <a:solidFill>
                  <a:srgbClr val="C8C8C8"/>
                </a:solidFill>
              </a:rPr>
              <a:t> </a:t>
            </a:r>
            <a:r>
              <a:rPr sz="2800" dirty="0" err="1">
                <a:solidFill>
                  <a:srgbClr val="C8C8C8"/>
                </a:solidFill>
              </a:rPr>
              <a:t>está</a:t>
            </a:r>
            <a:r>
              <a:rPr sz="2800" dirty="0">
                <a:solidFill>
                  <a:srgbClr val="C8C8C8"/>
                </a:solidFill>
              </a:rPr>
              <a:t> </a:t>
            </a:r>
            <a:r>
              <a:rPr sz="2800" dirty="0" err="1">
                <a:solidFill>
                  <a:srgbClr val="C8C8C8"/>
                </a:solidFill>
              </a:rPr>
              <a:t>en</a:t>
            </a:r>
            <a:r>
              <a:rPr sz="2800" dirty="0">
                <a:solidFill>
                  <a:srgbClr val="C8C8C8"/>
                </a:solidFill>
              </a:rPr>
              <a:t> sus ojos y sus palabras son </a:t>
            </a:r>
            <a:r>
              <a:rPr sz="2800" dirty="0" err="1">
                <a:solidFill>
                  <a:srgbClr val="C8C8C8"/>
                </a:solidFill>
              </a:rPr>
              <a:t>muy</a:t>
            </a:r>
            <a:r>
              <a:rPr sz="2800" dirty="0">
                <a:solidFill>
                  <a:srgbClr val="C8C8C8"/>
                </a:solidFill>
              </a:rPr>
              <a:t> </a:t>
            </a:r>
            <a:r>
              <a:rPr sz="2800" dirty="0" err="1">
                <a:solidFill>
                  <a:srgbClr val="C8C8C8"/>
                </a:solidFill>
              </a:rPr>
              <a:t>claras</a:t>
            </a:r>
            <a:endParaRPr sz="2800" dirty="0">
              <a:solidFill>
                <a:srgbClr val="C8C8C8"/>
              </a:solidFill>
            </a:endParaRPr>
          </a:p>
        </p:txBody>
      </p:sp>
      <p:pic>
        <p:nvPicPr>
          <p:cNvPr id="7" name="2">
            <a:hlinkClick r:id="" action="ppaction://media"/>
            <a:extLst>
              <a:ext uri="{FF2B5EF4-FFF2-40B4-BE49-F238E27FC236}">
                <a16:creationId xmlns:a16="http://schemas.microsoft.com/office/drawing/2014/main" id="{C5EE814C-AFF1-ED06-1597-D744CFA5CB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27500" y="750569"/>
            <a:ext cx="609600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55E14E-A765-4059-14BE-FBEDF07EA41E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01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So beat it, just beat it (Ooh!)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5116722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soʊ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biːt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ɪt</a:t>
            </a:r>
            <a:r>
              <a:rPr sz="3600" dirty="0">
                <a:solidFill>
                  <a:srgbClr val="FFFF00"/>
                </a:solidFill>
              </a:rPr>
              <a:t>, </a:t>
            </a:r>
            <a:r>
              <a:rPr sz="3600" dirty="0" err="1">
                <a:solidFill>
                  <a:srgbClr val="FFFF00"/>
                </a:solidFill>
              </a:rPr>
              <a:t>dʒ</a:t>
            </a:r>
            <a:r>
              <a:rPr lang="en-US" sz="3600" dirty="0" err="1">
                <a:solidFill>
                  <a:srgbClr val="FFFF00"/>
                </a:solidFill>
              </a:rPr>
              <a:t>ə</a:t>
            </a:r>
            <a:r>
              <a:rPr sz="3600" dirty="0" err="1">
                <a:solidFill>
                  <a:srgbClr val="FFFF00"/>
                </a:solidFill>
              </a:rPr>
              <a:t>st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biːt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ɪt</a:t>
            </a:r>
            <a:r>
              <a:rPr sz="3600" dirty="0">
                <a:solidFill>
                  <a:srgbClr val="FFFF00"/>
                </a:solidFill>
              </a:rPr>
              <a:t> (uː)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Así que lárgate, solo lárgate (¡Uh!)</a:t>
            </a:r>
          </a:p>
        </p:txBody>
      </p:sp>
      <p:pic>
        <p:nvPicPr>
          <p:cNvPr id="5" name="3 ">
            <a:hlinkClick r:id="" action="ppaction://media"/>
            <a:extLst>
              <a:ext uri="{FF2B5EF4-FFF2-40B4-BE49-F238E27FC236}">
                <a16:creationId xmlns:a16="http://schemas.microsoft.com/office/drawing/2014/main" id="{CADA9FB2-E50C-13E7-C0FF-B9EED79C69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2400" y="70485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A27719-049D-5548-23FF-B18A02016128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5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57400"/>
            <a:ext cx="106362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/>
          </a:p>
          <a:p>
            <a:r>
              <a:rPr sz="3200" dirty="0">
                <a:solidFill>
                  <a:srgbClr val="FFFFFF"/>
                </a:solidFill>
              </a:rPr>
              <a:t>You better run, you better do what you can (Ooh!)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245" y="3280668"/>
            <a:ext cx="803950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ː ˈ</a:t>
            </a:r>
            <a:r>
              <a:rPr sz="3600" dirty="0" err="1">
                <a:solidFill>
                  <a:srgbClr val="FFFF00"/>
                </a:solidFill>
              </a:rPr>
              <a:t>bɛtər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r</a:t>
            </a:r>
            <a:r>
              <a:rPr lang="en-US" sz="3600" dirty="0" err="1">
                <a:solidFill>
                  <a:srgbClr val="FFFF00"/>
                </a:solidFill>
              </a:rPr>
              <a:t>ə</a:t>
            </a:r>
            <a:r>
              <a:rPr sz="3600" dirty="0" err="1">
                <a:solidFill>
                  <a:srgbClr val="FFFF00"/>
                </a:solidFill>
              </a:rPr>
              <a:t>n</a:t>
            </a:r>
            <a:r>
              <a:rPr sz="3600" dirty="0">
                <a:solidFill>
                  <a:srgbClr val="FFFF00"/>
                </a:solidFill>
              </a:rPr>
              <a:t>,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ː ˈ</a:t>
            </a:r>
            <a:r>
              <a:rPr sz="3600" dirty="0" err="1">
                <a:solidFill>
                  <a:srgbClr val="FFFF00"/>
                </a:solidFill>
              </a:rPr>
              <a:t>bɛtər</a:t>
            </a:r>
            <a:r>
              <a:rPr sz="3600" dirty="0">
                <a:solidFill>
                  <a:srgbClr val="FFFF00"/>
                </a:solidFill>
              </a:rPr>
              <a:t> du </a:t>
            </a:r>
            <a:r>
              <a:rPr sz="3600" dirty="0" err="1">
                <a:solidFill>
                  <a:srgbClr val="FFFF00"/>
                </a:solidFill>
              </a:rPr>
              <a:t>w</a:t>
            </a:r>
            <a:r>
              <a:rPr lang="en-US" sz="3600" dirty="0" err="1">
                <a:solidFill>
                  <a:srgbClr val="FFFF00"/>
                </a:solidFill>
              </a:rPr>
              <a:t>ə</a:t>
            </a:r>
            <a:r>
              <a:rPr sz="3600" dirty="0" err="1">
                <a:solidFill>
                  <a:srgbClr val="FFFF00"/>
                </a:solidFill>
              </a:rPr>
              <a:t>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kæn</a:t>
            </a:r>
            <a:r>
              <a:rPr sz="3600" dirty="0">
                <a:solidFill>
                  <a:srgbClr val="FFFF00"/>
                </a:solidFill>
              </a:rPr>
              <a:t> (uː)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Mejor corre, mejor haz lo que puedas (¡Uh!)</a:t>
            </a:r>
          </a:p>
        </p:txBody>
      </p:sp>
      <p:pic>
        <p:nvPicPr>
          <p:cNvPr id="5" name="4">
            <a:hlinkClick r:id="" action="ppaction://media"/>
            <a:extLst>
              <a:ext uri="{FF2B5EF4-FFF2-40B4-BE49-F238E27FC236}">
                <a16:creationId xmlns:a16="http://schemas.microsoft.com/office/drawing/2014/main" id="{307E9266-4A89-3BF0-3B86-FA5BD226820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199" y="5207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6C10A8-750A-038F-02E1-8A97E8A2F0B8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98600"/>
            <a:ext cx="1208405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r>
              <a:rPr sz="2800" dirty="0">
                <a:solidFill>
                  <a:srgbClr val="FFFFFF"/>
                </a:solidFill>
              </a:rPr>
              <a:t>Don't </a:t>
            </a:r>
            <a:r>
              <a:rPr sz="2800" dirty="0" err="1">
                <a:solidFill>
                  <a:srgbClr val="FFFFFF"/>
                </a:solidFill>
              </a:rPr>
              <a:t>wanna</a:t>
            </a:r>
            <a:r>
              <a:rPr sz="2800" dirty="0">
                <a:solidFill>
                  <a:srgbClr val="FFFFFF"/>
                </a:solidFill>
              </a:rPr>
              <a:t> see no blood, don't be a macho man (Ooh!)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8775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r>
              <a:rPr sz="2800" dirty="0" err="1">
                <a:solidFill>
                  <a:srgbClr val="FFFF00"/>
                </a:solidFill>
              </a:rPr>
              <a:t>doʊnt</a:t>
            </a:r>
            <a:r>
              <a:rPr sz="2800" dirty="0">
                <a:solidFill>
                  <a:srgbClr val="FFFF00"/>
                </a:solidFill>
              </a:rPr>
              <a:t> ˈ</a:t>
            </a:r>
            <a:r>
              <a:rPr sz="2800" dirty="0" err="1">
                <a:solidFill>
                  <a:srgbClr val="FFFF00"/>
                </a:solidFill>
              </a:rPr>
              <a:t>wɑːnə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si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noʊ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bl</a:t>
            </a:r>
            <a:r>
              <a:rPr lang="en-US" sz="2800" dirty="0" err="1">
                <a:solidFill>
                  <a:srgbClr val="FFFF00"/>
                </a:solidFill>
              </a:rPr>
              <a:t>ə</a:t>
            </a:r>
            <a:r>
              <a:rPr sz="2800" dirty="0" err="1">
                <a:solidFill>
                  <a:srgbClr val="FFFF00"/>
                </a:solidFill>
              </a:rPr>
              <a:t>d</a:t>
            </a:r>
            <a:r>
              <a:rPr sz="2800" dirty="0">
                <a:solidFill>
                  <a:srgbClr val="FFFF00"/>
                </a:solidFill>
              </a:rPr>
              <a:t>, </a:t>
            </a:r>
            <a:r>
              <a:rPr sz="2800" dirty="0" err="1">
                <a:solidFill>
                  <a:srgbClr val="FFFF00"/>
                </a:solidFill>
              </a:rPr>
              <a:t>doʊnt</a:t>
            </a:r>
            <a:r>
              <a:rPr sz="2800" dirty="0">
                <a:solidFill>
                  <a:srgbClr val="FFFF00"/>
                </a:solidFill>
              </a:rPr>
              <a:t> bi ə ˈ</a:t>
            </a:r>
            <a:r>
              <a:rPr sz="2800" dirty="0" err="1">
                <a:solidFill>
                  <a:srgbClr val="FFFF00"/>
                </a:solidFill>
              </a:rPr>
              <a:t>mætʃoʊ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mæn</a:t>
            </a:r>
            <a:r>
              <a:rPr sz="2800" dirty="0">
                <a:solidFill>
                  <a:srgbClr val="FFFF00"/>
                </a:solidFill>
              </a:rPr>
              <a:t> (uː)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No quiero ver sangre, no seas un macho (¡Uh!)</a:t>
            </a:r>
          </a:p>
        </p:txBody>
      </p:sp>
      <p:pic>
        <p:nvPicPr>
          <p:cNvPr id="6" name="5">
            <a:hlinkClick r:id="" action="ppaction://media"/>
            <a:extLst>
              <a:ext uri="{FF2B5EF4-FFF2-40B4-BE49-F238E27FC236}">
                <a16:creationId xmlns:a16="http://schemas.microsoft.com/office/drawing/2014/main" id="{031D2C06-B3A2-AFD6-8C5C-F29F743AFC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68800" y="629285"/>
            <a:ext cx="609600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A9AD42-2687-BB35-2E13-8613E234BD71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650" y="1513582"/>
            <a:ext cx="93599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200" dirty="0"/>
          </a:p>
          <a:p>
            <a:r>
              <a:rPr sz="3200" dirty="0">
                <a:solidFill>
                  <a:srgbClr val="FFFFFF"/>
                </a:solidFill>
              </a:rPr>
              <a:t>You </a:t>
            </a:r>
            <a:r>
              <a:rPr sz="3200" dirty="0" err="1">
                <a:solidFill>
                  <a:srgbClr val="FFFFFF"/>
                </a:solidFill>
              </a:rPr>
              <a:t>wanna</a:t>
            </a:r>
            <a:r>
              <a:rPr sz="3200" dirty="0">
                <a:solidFill>
                  <a:srgbClr val="FFFFFF"/>
                </a:solidFill>
              </a:rPr>
              <a:t> be tough, better do what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ju ˈwɑːnə bi tʌf, ˈbɛtər du wʌt ju kæn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Quieres ser duro, mejor haz lo que puedas</a:t>
            </a:r>
          </a:p>
        </p:txBody>
      </p:sp>
      <p:pic>
        <p:nvPicPr>
          <p:cNvPr id="5" name="6">
            <a:hlinkClick r:id="" action="ppaction://media"/>
            <a:extLst>
              <a:ext uri="{FF2B5EF4-FFF2-40B4-BE49-F238E27FC236}">
                <a16:creationId xmlns:a16="http://schemas.microsoft.com/office/drawing/2014/main" id="{57C54D5C-4969-1483-6B5B-E8F860A2FF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30700" y="3048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9AE6EA-C203-51D0-7145-B8875D8E73CB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9545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So beat it, but you </a:t>
            </a:r>
            <a:r>
              <a:rPr sz="4000" dirty="0" err="1">
                <a:solidFill>
                  <a:srgbClr val="FFFFFF"/>
                </a:solidFill>
              </a:rPr>
              <a:t>wanna</a:t>
            </a:r>
            <a:r>
              <a:rPr sz="4000" dirty="0">
                <a:solidFill>
                  <a:srgbClr val="FFFFFF"/>
                </a:solidFill>
              </a:rPr>
              <a:t> be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soʊ biːt ɪt, bət ju ˈwɑːnə bi bæd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Así que lárgate, pero quieres ser malo</a:t>
            </a:r>
          </a:p>
        </p:txBody>
      </p:sp>
      <p:pic>
        <p:nvPicPr>
          <p:cNvPr id="5" name="7">
            <a:hlinkClick r:id="" action="ppaction://media"/>
            <a:extLst>
              <a:ext uri="{FF2B5EF4-FFF2-40B4-BE49-F238E27FC236}">
                <a16:creationId xmlns:a16="http://schemas.microsoft.com/office/drawing/2014/main" id="{F2403292-DDE6-E1CC-DD57-8AF9F01B65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52850" y="6477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C747C2-E867-4556-0795-5D5814334240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4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00200"/>
            <a:ext cx="649094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>
                <a:solidFill>
                  <a:srgbClr val="FFFFFF"/>
                </a:solidFill>
              </a:rPr>
              <a:t>Just beat it, beat it, beat it, beat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dʒʌst biːt ɪt, biːt ɪt, biːt ɪt, biːt ɪt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Solo vete, vete, vete, vete</a:t>
            </a:r>
          </a:p>
        </p:txBody>
      </p:sp>
      <p:pic>
        <p:nvPicPr>
          <p:cNvPr id="5" name=" 8 ">
            <a:hlinkClick r:id="" action="ppaction://media"/>
            <a:extLst>
              <a:ext uri="{FF2B5EF4-FFF2-40B4-BE49-F238E27FC236}">
                <a16:creationId xmlns:a16="http://schemas.microsoft.com/office/drawing/2014/main" id="{B700C298-51A1-13C2-5733-62DDB11F3D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26035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7906E5-9CFA-D19B-62EA-BF9AC0FFC64A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7005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No one wants to be defeated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570912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noʊ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w</a:t>
            </a:r>
            <a:r>
              <a:rPr lang="en-US" sz="3600" dirty="0" err="1">
                <a:solidFill>
                  <a:srgbClr val="FFFF00"/>
                </a:solidFill>
              </a:rPr>
              <a:t>ə</a:t>
            </a:r>
            <a:r>
              <a:rPr sz="3600" dirty="0" err="1">
                <a:solidFill>
                  <a:srgbClr val="FFFF00"/>
                </a:solidFill>
              </a:rPr>
              <a:t>n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wɑnts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tə</a:t>
            </a:r>
            <a:r>
              <a:rPr sz="3600" dirty="0">
                <a:solidFill>
                  <a:srgbClr val="FFFF00"/>
                </a:solidFill>
              </a:rPr>
              <a:t> bi </a:t>
            </a:r>
            <a:r>
              <a:rPr sz="3600" dirty="0" err="1">
                <a:solidFill>
                  <a:srgbClr val="FFFF00"/>
                </a:solidFill>
              </a:rPr>
              <a:t>dɪˈfiːtɪd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Nadie quiere ser derrotado</a:t>
            </a:r>
          </a:p>
        </p:txBody>
      </p:sp>
      <p:pic>
        <p:nvPicPr>
          <p:cNvPr id="5" name="9">
            <a:hlinkClick r:id="" action="ppaction://media"/>
            <a:extLst>
              <a:ext uri="{FF2B5EF4-FFF2-40B4-BE49-F238E27FC236}">
                <a16:creationId xmlns:a16="http://schemas.microsoft.com/office/drawing/2014/main" id="{76789037-964A-9D56-425B-5C8EB39DAB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21100" y="523875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068E11-DE45-4E43-4FAC-F4623DAA5E3D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750" y="1855113"/>
            <a:ext cx="91948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3200" dirty="0" err="1">
                <a:solidFill>
                  <a:srgbClr val="FFFFFF"/>
                </a:solidFill>
              </a:rPr>
              <a:t>Showin</a:t>
            </a:r>
            <a:r>
              <a:rPr sz="3200" dirty="0">
                <a:solidFill>
                  <a:srgbClr val="FFFFFF"/>
                </a:solidFill>
              </a:rPr>
              <a:t>' how funky and strong is your fight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69575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>
                <a:solidFill>
                  <a:srgbClr val="FFFF00"/>
                </a:solidFill>
              </a:rPr>
              <a:t>ˈ</a:t>
            </a:r>
            <a:r>
              <a:rPr sz="3600" dirty="0" err="1">
                <a:solidFill>
                  <a:srgbClr val="FFFF00"/>
                </a:solidFill>
              </a:rPr>
              <a:t>ʃoʊɪn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haʊ</a:t>
            </a:r>
            <a:r>
              <a:rPr sz="3600" dirty="0">
                <a:solidFill>
                  <a:srgbClr val="FFFF00"/>
                </a:solidFill>
              </a:rPr>
              <a:t> ˈ</a:t>
            </a:r>
            <a:r>
              <a:rPr sz="3600" dirty="0" err="1">
                <a:solidFill>
                  <a:srgbClr val="FFFF00"/>
                </a:solidFill>
              </a:rPr>
              <a:t>f</a:t>
            </a:r>
            <a:r>
              <a:rPr lang="en-US" sz="3600" dirty="0" err="1">
                <a:solidFill>
                  <a:srgbClr val="FFFF00"/>
                </a:solidFill>
              </a:rPr>
              <a:t>ə</a:t>
            </a:r>
            <a:r>
              <a:rPr sz="3600" dirty="0" err="1">
                <a:solidFill>
                  <a:srgbClr val="FFFF00"/>
                </a:solidFill>
              </a:rPr>
              <a:t>ŋki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ənd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strɔŋ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ɪz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jʊr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faɪt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Mostrando lo genial y fuerte que es tu lucha</a:t>
            </a:r>
          </a:p>
        </p:txBody>
      </p:sp>
      <p:pic>
        <p:nvPicPr>
          <p:cNvPr id="5" name="10">
            <a:hlinkClick r:id="" action="ppaction://media"/>
            <a:extLst>
              <a:ext uri="{FF2B5EF4-FFF2-40B4-BE49-F238E27FC236}">
                <a16:creationId xmlns:a16="http://schemas.microsoft.com/office/drawing/2014/main" id="{82CD2C9E-7A3D-ED38-923B-33EF88FC8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31113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E49CF7-4EBF-AC5A-D51B-3C053D07D772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9545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It doesn't matter who's wrong or 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619406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ɪt</a:t>
            </a:r>
            <a:r>
              <a:rPr sz="3600" dirty="0">
                <a:solidFill>
                  <a:srgbClr val="FFFF00"/>
                </a:solidFill>
              </a:rPr>
              <a:t> ˈ</a:t>
            </a:r>
            <a:r>
              <a:rPr sz="3600" dirty="0" err="1">
                <a:solidFill>
                  <a:srgbClr val="FFFF00"/>
                </a:solidFill>
              </a:rPr>
              <a:t>d</a:t>
            </a:r>
            <a:r>
              <a:rPr lang="en-US" sz="3600" dirty="0" err="1">
                <a:solidFill>
                  <a:srgbClr val="FFFF00"/>
                </a:solidFill>
              </a:rPr>
              <a:t>ə</a:t>
            </a:r>
            <a:r>
              <a:rPr sz="3600" dirty="0" err="1">
                <a:solidFill>
                  <a:srgbClr val="FFFF00"/>
                </a:solidFill>
              </a:rPr>
              <a:t>zənt</a:t>
            </a:r>
            <a:r>
              <a:rPr sz="3600" dirty="0">
                <a:solidFill>
                  <a:srgbClr val="FFFF00"/>
                </a:solidFill>
              </a:rPr>
              <a:t> ˈ</a:t>
            </a:r>
            <a:r>
              <a:rPr sz="3600" dirty="0" err="1">
                <a:solidFill>
                  <a:srgbClr val="FFFF00"/>
                </a:solidFill>
              </a:rPr>
              <a:t>mætər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huz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rɔŋ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ɔr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raɪt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No importa quién esté equivocado o tenga la razón</a:t>
            </a:r>
          </a:p>
        </p:txBody>
      </p:sp>
      <p:pic>
        <p:nvPicPr>
          <p:cNvPr id="6" name="11">
            <a:hlinkClick r:id="" action="ppaction://media"/>
            <a:extLst>
              <a:ext uri="{FF2B5EF4-FFF2-40B4-BE49-F238E27FC236}">
                <a16:creationId xmlns:a16="http://schemas.microsoft.com/office/drawing/2014/main" id="{04FE37BA-A389-6B00-F604-EF39F3E77BD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62400" y="561975"/>
            <a:ext cx="609600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C96C12-6B13-611E-E687-A60CBA4F2B7F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245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Just beat it (Beat 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dʒʌst biːt ɪt (biːt ɪt)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Solo vete (Vete)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D51D1-0FF3-1118-F28E-205DD96A38A9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0050" y="2324100"/>
            <a:ext cx="5003934" cy="50783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Just beat it (Beat it)</a:t>
            </a:r>
          </a:p>
          <a:p>
            <a:r>
              <a:rPr lang="en-US" sz="3600" dirty="0" err="1">
                <a:solidFill>
                  <a:srgbClr val="FFFF00"/>
                </a:solidFill>
              </a:rPr>
              <a:t>dʒʌst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biːt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ɪt</a:t>
            </a:r>
            <a:r>
              <a:rPr lang="en-US" sz="3600" dirty="0">
                <a:solidFill>
                  <a:srgbClr val="FFFF00"/>
                </a:solidFill>
              </a:rPr>
              <a:t> (</a:t>
            </a:r>
            <a:r>
              <a:rPr lang="en-US" sz="3600" dirty="0" err="1">
                <a:solidFill>
                  <a:srgbClr val="FFFF00"/>
                </a:solidFill>
              </a:rPr>
              <a:t>biːt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ɪt</a:t>
            </a:r>
            <a:r>
              <a:rPr lang="en-US" sz="3600" dirty="0">
                <a:solidFill>
                  <a:srgbClr val="FFFF00"/>
                </a:solidFill>
              </a:rPr>
              <a:t>)</a:t>
            </a:r>
          </a:p>
          <a:p>
            <a:r>
              <a:rPr lang="en-US" sz="3600" dirty="0">
                <a:solidFill>
                  <a:srgbClr val="FFFFFF"/>
                </a:solidFill>
              </a:rPr>
              <a:t>Just beat it (Beat it, </a:t>
            </a:r>
            <a:r>
              <a:rPr lang="en-US" sz="3600" dirty="0" err="1">
                <a:solidFill>
                  <a:srgbClr val="FFFFFF"/>
                </a:solidFill>
              </a:rPr>
              <a:t>oohh</a:t>
            </a:r>
            <a:r>
              <a:rPr lang="en-US" sz="3600" dirty="0">
                <a:solidFill>
                  <a:srgbClr val="FFFFFF"/>
                </a:solidFill>
              </a:rPr>
              <a:t>)</a:t>
            </a:r>
          </a:p>
          <a:p>
            <a:r>
              <a:rPr lang="en-US" sz="3600" dirty="0" err="1">
                <a:solidFill>
                  <a:srgbClr val="FFFF00"/>
                </a:solidFill>
              </a:rPr>
              <a:t>dʒʌst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biːt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ɪt</a:t>
            </a:r>
            <a:r>
              <a:rPr lang="en-US" sz="3600" dirty="0">
                <a:solidFill>
                  <a:srgbClr val="FFFF00"/>
                </a:solidFill>
              </a:rPr>
              <a:t> (</a:t>
            </a:r>
            <a:r>
              <a:rPr lang="en-US" sz="3600" dirty="0" err="1">
                <a:solidFill>
                  <a:srgbClr val="FFFF00"/>
                </a:solidFill>
              </a:rPr>
              <a:t>biːt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ɪt</a:t>
            </a:r>
            <a:r>
              <a:rPr lang="en-US" sz="3600" dirty="0">
                <a:solidFill>
                  <a:srgbClr val="FFFF00"/>
                </a:solidFill>
              </a:rPr>
              <a:t>, u)</a:t>
            </a:r>
          </a:p>
          <a:p>
            <a:endParaRPr lang="en-US" sz="3600" dirty="0">
              <a:solidFill>
                <a:srgbClr val="FFFFFF"/>
              </a:solidFill>
            </a:endParaRPr>
          </a:p>
          <a:p>
            <a:endParaRPr lang="en-US" sz="3600" dirty="0">
              <a:solidFill>
                <a:srgbClr val="FFFFFF"/>
              </a:solidFill>
            </a:endParaRPr>
          </a:p>
          <a:p>
            <a:endParaRPr lang="en-US" sz="3600" dirty="0">
              <a:solidFill>
                <a:srgbClr val="FFFF00"/>
              </a:solidFill>
            </a:endParaRPr>
          </a:p>
          <a:p>
            <a:endParaRPr lang="en-US" sz="3600" dirty="0">
              <a:solidFill>
                <a:srgbClr val="FFFFFF"/>
              </a:solidFill>
            </a:endParaRPr>
          </a:p>
          <a:p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76600" y="9271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200" dirty="0">
                <a:solidFill>
                  <a:srgbClr val="C8C8C8"/>
                </a:solidFill>
              </a:rPr>
              <a:t>Solo </a:t>
            </a:r>
            <a:r>
              <a:rPr sz="3200" dirty="0" err="1">
                <a:solidFill>
                  <a:srgbClr val="C8C8C8"/>
                </a:solidFill>
              </a:rPr>
              <a:t>vete</a:t>
            </a:r>
            <a:r>
              <a:rPr sz="3200" dirty="0">
                <a:solidFill>
                  <a:srgbClr val="C8C8C8"/>
                </a:solidFill>
              </a:rPr>
              <a:t> (</a:t>
            </a:r>
            <a:r>
              <a:rPr sz="3200" dirty="0" err="1">
                <a:solidFill>
                  <a:srgbClr val="C8C8C8"/>
                </a:solidFill>
              </a:rPr>
              <a:t>Vete</a:t>
            </a:r>
            <a:r>
              <a:rPr sz="3200" dirty="0">
                <a:solidFill>
                  <a:srgbClr val="C8C8C8"/>
                </a:solidFill>
              </a:rPr>
              <a:t>)</a:t>
            </a:r>
          </a:p>
        </p:txBody>
      </p:sp>
      <p:pic>
        <p:nvPicPr>
          <p:cNvPr id="5" name="12">
            <a:hlinkClick r:id="" action="ppaction://media"/>
            <a:extLst>
              <a:ext uri="{FF2B5EF4-FFF2-40B4-BE49-F238E27FC236}">
                <a16:creationId xmlns:a16="http://schemas.microsoft.com/office/drawing/2014/main" id="{5445AFB1-9721-6B05-BFCF-FC5B8737A7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7500"/>
            <a:ext cx="609600" cy="609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FE7461-F191-5623-9579-AF5DFDCA4C78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85890"/>
            <a:ext cx="106045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800" dirty="0">
                <a:solidFill>
                  <a:srgbClr val="FFFFFF"/>
                </a:solidFill>
              </a:rPr>
              <a:t>They're out to get you, better leave while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ðɛr aʊt tə ˈɡɛt ju, ˈbɛtər liv waɪl ju kæn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Ellos van tras de ti, mejor vete mientras puedas</a:t>
            </a:r>
          </a:p>
        </p:txBody>
      </p:sp>
      <p:pic>
        <p:nvPicPr>
          <p:cNvPr id="5" name="14">
            <a:hlinkClick r:id="" action="ppaction://media"/>
            <a:extLst>
              <a:ext uri="{FF2B5EF4-FFF2-40B4-BE49-F238E27FC236}">
                <a16:creationId xmlns:a16="http://schemas.microsoft.com/office/drawing/2014/main" id="{5C3B3585-E6D9-314C-F999-4621AE0D5C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17950" y="9144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37CC01-F23A-FFF3-59CD-236F2E214E2A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97050"/>
            <a:ext cx="94805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3600" dirty="0">
                <a:solidFill>
                  <a:srgbClr val="FFFFFF"/>
                </a:solidFill>
              </a:rPr>
              <a:t>Don't </a:t>
            </a:r>
            <a:r>
              <a:rPr sz="3600" dirty="0" err="1">
                <a:solidFill>
                  <a:srgbClr val="FFFFFF"/>
                </a:solidFill>
              </a:rPr>
              <a:t>wanna</a:t>
            </a:r>
            <a:r>
              <a:rPr sz="3600" dirty="0">
                <a:solidFill>
                  <a:srgbClr val="FFFFFF"/>
                </a:solidFill>
              </a:rPr>
              <a:t> be a boy, you </a:t>
            </a:r>
            <a:r>
              <a:rPr sz="3600" dirty="0" err="1">
                <a:solidFill>
                  <a:srgbClr val="FFFFFF"/>
                </a:solidFill>
              </a:rPr>
              <a:t>wanna</a:t>
            </a:r>
            <a:r>
              <a:rPr sz="3600" dirty="0">
                <a:solidFill>
                  <a:srgbClr val="FFFFFF"/>
                </a:solidFill>
              </a:rPr>
              <a:t> be a 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doʊnt ˈwɑːnə bi ə bɔɪ, ju ˈwɑːnə bi ə mæn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No quieres ser un niño, quieres ser un hombre</a:t>
            </a:r>
          </a:p>
        </p:txBody>
      </p:sp>
      <p:pic>
        <p:nvPicPr>
          <p:cNvPr id="5" name="15">
            <a:hlinkClick r:id="" action="ppaction://media"/>
            <a:extLst>
              <a:ext uri="{FF2B5EF4-FFF2-40B4-BE49-F238E27FC236}">
                <a16:creationId xmlns:a16="http://schemas.microsoft.com/office/drawing/2014/main" id="{95D7EFC5-796C-04EE-60FB-2C3A409AF36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71950" y="4191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010825-5415-CDF3-E3F4-8CC2A1BE6B62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1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0500"/>
            <a:ext cx="7685887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3200" dirty="0"/>
          </a:p>
          <a:p>
            <a:r>
              <a:rPr sz="3200" dirty="0">
                <a:solidFill>
                  <a:srgbClr val="FFFFFF"/>
                </a:solidFill>
              </a:rPr>
              <a:t>You </a:t>
            </a:r>
            <a:r>
              <a:rPr sz="3200" dirty="0" err="1">
                <a:solidFill>
                  <a:srgbClr val="FFFFFF"/>
                </a:solidFill>
              </a:rPr>
              <a:t>wanna</a:t>
            </a:r>
            <a:r>
              <a:rPr sz="3200" dirty="0">
                <a:solidFill>
                  <a:srgbClr val="FFFFFF"/>
                </a:solidFill>
              </a:rPr>
              <a:t> stay alive, better do what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796147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 ˈ</a:t>
            </a:r>
            <a:r>
              <a:rPr sz="3600" dirty="0" err="1">
                <a:solidFill>
                  <a:srgbClr val="FFFF00"/>
                </a:solidFill>
              </a:rPr>
              <a:t>wɑːnə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steɪ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əˈlaɪv</a:t>
            </a:r>
            <a:r>
              <a:rPr sz="3600" dirty="0">
                <a:solidFill>
                  <a:srgbClr val="FFFF00"/>
                </a:solidFill>
              </a:rPr>
              <a:t>, ˈ</a:t>
            </a:r>
            <a:r>
              <a:rPr sz="3600" dirty="0" err="1">
                <a:solidFill>
                  <a:srgbClr val="FFFF00"/>
                </a:solidFill>
              </a:rPr>
              <a:t>bɛtər</a:t>
            </a:r>
            <a:r>
              <a:rPr sz="3600" dirty="0">
                <a:solidFill>
                  <a:srgbClr val="FFFF00"/>
                </a:solidFill>
              </a:rPr>
              <a:t> du </a:t>
            </a:r>
            <a:r>
              <a:rPr sz="3600" dirty="0" err="1">
                <a:solidFill>
                  <a:srgbClr val="FFFF00"/>
                </a:solidFill>
              </a:rPr>
              <a:t>w</a:t>
            </a:r>
            <a:r>
              <a:rPr lang="en-US" sz="3600" dirty="0" err="1">
                <a:solidFill>
                  <a:srgbClr val="FFFF00"/>
                </a:solidFill>
              </a:rPr>
              <a:t>ɑ</a:t>
            </a:r>
            <a:r>
              <a:rPr sz="3600" dirty="0" err="1">
                <a:solidFill>
                  <a:srgbClr val="FFFF00"/>
                </a:solidFill>
              </a:rPr>
              <a:t>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kæn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Quieres seguir vivo, mejor haz lo que puedas</a:t>
            </a:r>
          </a:p>
        </p:txBody>
      </p:sp>
      <p:pic>
        <p:nvPicPr>
          <p:cNvPr id="5" name="16">
            <a:hlinkClick r:id="" action="ppaction://media"/>
            <a:extLst>
              <a:ext uri="{FF2B5EF4-FFF2-40B4-BE49-F238E27FC236}">
                <a16:creationId xmlns:a16="http://schemas.microsoft.com/office/drawing/2014/main" id="{53399B63-0E43-04A6-AE52-7B5DED04F2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911600" y="6096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21146A-FD7B-7BC0-B705-5FDDDD63808F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7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7955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So beat it, just beat it (Ooh!)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soʊ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biːt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ɪt</a:t>
            </a:r>
            <a:r>
              <a:rPr sz="3600" dirty="0">
                <a:solidFill>
                  <a:srgbClr val="FFFF00"/>
                </a:solidFill>
              </a:rPr>
              <a:t>, </a:t>
            </a:r>
            <a:r>
              <a:rPr sz="3600" dirty="0" err="1">
                <a:solidFill>
                  <a:srgbClr val="FFFF00"/>
                </a:solidFill>
              </a:rPr>
              <a:t>dʒʌst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biːt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ɪt</a:t>
            </a:r>
            <a:r>
              <a:rPr sz="3600" dirty="0">
                <a:solidFill>
                  <a:srgbClr val="FFFF00"/>
                </a:solidFill>
              </a:rPr>
              <a:t> (uː)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Así que lárgate, solo lárgate (¡Uh!)</a:t>
            </a:r>
          </a:p>
        </p:txBody>
      </p:sp>
      <p:pic>
        <p:nvPicPr>
          <p:cNvPr id="6" name="17">
            <a:hlinkClick r:id="" action="ppaction://media"/>
            <a:extLst>
              <a:ext uri="{FF2B5EF4-FFF2-40B4-BE49-F238E27FC236}">
                <a16:creationId xmlns:a16="http://schemas.microsoft.com/office/drawing/2014/main" id="{4BD187A3-0501-7884-37F4-FF61B4DF7F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57650" y="152400"/>
            <a:ext cx="609600" cy="609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958154-96FA-0C62-9C9F-0A22696BC9D8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891" y="2032000"/>
            <a:ext cx="8778109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2800" dirty="0">
                <a:solidFill>
                  <a:srgbClr val="FFFFFF"/>
                </a:solidFill>
              </a:rPr>
              <a:t>You have to show them that you're really not scared (Ooh!)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>
                <a:solidFill>
                  <a:srgbClr val="FFFF00"/>
                </a:solidFill>
              </a:rPr>
              <a:t>ju hæv tə ʃoʊ ðɛm ðæt jʊr ˈrɪli nɑt skɛrd (uː)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Tienes que mostrarles que en verdad no tienes miedo (¡Uh!)</a:t>
            </a:r>
          </a:p>
        </p:txBody>
      </p:sp>
      <p:pic>
        <p:nvPicPr>
          <p:cNvPr id="6" name="18">
            <a:hlinkClick r:id="" action="ppaction://media"/>
            <a:extLst>
              <a:ext uri="{FF2B5EF4-FFF2-40B4-BE49-F238E27FC236}">
                <a16:creationId xmlns:a16="http://schemas.microsoft.com/office/drawing/2014/main" id="{30A8AD05-93D6-1A2E-EEC3-C1F52C25E9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45345" y="95891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1650" y="1606550"/>
            <a:ext cx="12858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>
                <a:solidFill>
                  <a:srgbClr val="FFFFFF"/>
                </a:solidFill>
              </a:rPr>
              <a:t>You're </a:t>
            </a:r>
            <a:r>
              <a:rPr sz="2400" dirty="0" err="1">
                <a:solidFill>
                  <a:srgbClr val="FFFFFF"/>
                </a:solidFill>
              </a:rPr>
              <a:t>playin</a:t>
            </a:r>
            <a:r>
              <a:rPr sz="2400" dirty="0">
                <a:solidFill>
                  <a:srgbClr val="FFFFFF"/>
                </a:solidFill>
              </a:rPr>
              <a:t>' with your life, this </a:t>
            </a:r>
            <a:r>
              <a:rPr sz="2400" dirty="0" err="1">
                <a:solidFill>
                  <a:srgbClr val="FFFFFF"/>
                </a:solidFill>
              </a:rPr>
              <a:t>ain't</a:t>
            </a:r>
            <a:r>
              <a:rPr sz="2400" dirty="0">
                <a:solidFill>
                  <a:srgbClr val="FFFFFF"/>
                </a:solidFill>
              </a:rPr>
              <a:t> no truth or dare (Ooh!)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650" y="2286000"/>
            <a:ext cx="9753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800" dirty="0"/>
          </a:p>
          <a:p>
            <a:r>
              <a:rPr sz="2800" dirty="0" err="1">
                <a:solidFill>
                  <a:srgbClr val="FFFF00"/>
                </a:solidFill>
              </a:rPr>
              <a:t>jʊr</a:t>
            </a:r>
            <a:r>
              <a:rPr sz="2800" dirty="0">
                <a:solidFill>
                  <a:srgbClr val="FFFF00"/>
                </a:solidFill>
              </a:rPr>
              <a:t> ˈ</a:t>
            </a:r>
            <a:r>
              <a:rPr sz="2800" dirty="0" err="1">
                <a:solidFill>
                  <a:srgbClr val="FFFF00"/>
                </a:solidFill>
              </a:rPr>
              <a:t>pleɪɪn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wɪð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jʊr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laɪf</a:t>
            </a:r>
            <a:r>
              <a:rPr sz="2800" dirty="0">
                <a:solidFill>
                  <a:srgbClr val="FFFF00"/>
                </a:solidFill>
              </a:rPr>
              <a:t>, </a:t>
            </a:r>
            <a:r>
              <a:rPr sz="2800" dirty="0" err="1">
                <a:solidFill>
                  <a:srgbClr val="FFFF00"/>
                </a:solidFill>
              </a:rPr>
              <a:t>ðɪs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eɪnt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noʊ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truθ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ɔr</a:t>
            </a:r>
            <a:r>
              <a:rPr sz="2800" dirty="0">
                <a:solidFill>
                  <a:srgbClr val="FFFF00"/>
                </a:solidFill>
              </a:rPr>
              <a:t> </a:t>
            </a:r>
            <a:r>
              <a:rPr sz="2800" dirty="0" err="1">
                <a:solidFill>
                  <a:srgbClr val="FFFF00"/>
                </a:solidFill>
              </a:rPr>
              <a:t>dɛr</a:t>
            </a:r>
            <a:r>
              <a:rPr sz="2800" dirty="0">
                <a:solidFill>
                  <a:srgbClr val="FFFF00"/>
                </a:solidFill>
              </a:rPr>
              <a:t> (uː)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Estás jugando con tu vida, esto no es verdad o reto (¡Uh!)</a:t>
            </a:r>
          </a:p>
        </p:txBody>
      </p:sp>
      <p:pic>
        <p:nvPicPr>
          <p:cNvPr id="5" name="19 ">
            <a:hlinkClick r:id="" action="ppaction://media"/>
            <a:extLst>
              <a:ext uri="{FF2B5EF4-FFF2-40B4-BE49-F238E27FC236}">
                <a16:creationId xmlns:a16="http://schemas.microsoft.com/office/drawing/2014/main" id="{604ACF7D-82F2-03DA-73F8-AAD4EB0597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83050" y="40005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936BD9-2BFF-3007-7790-5D20A0D8BAD8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5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0"/>
            <a:ext cx="13481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2400" dirty="0"/>
          </a:p>
          <a:p>
            <a:r>
              <a:rPr sz="2400" dirty="0">
                <a:solidFill>
                  <a:srgbClr val="FFFFFF"/>
                </a:solidFill>
              </a:rPr>
              <a:t>They'll kick you, then they'll beat you, then they'll tell you it's fair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87500"/>
            <a:ext cx="8326318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ðɛl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kɪk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, </a:t>
            </a:r>
            <a:r>
              <a:rPr sz="3600" dirty="0" err="1">
                <a:solidFill>
                  <a:srgbClr val="FFFF00"/>
                </a:solidFill>
              </a:rPr>
              <a:t>ðɛn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ðɛl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biːt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, </a:t>
            </a:r>
            <a:r>
              <a:rPr sz="3600" dirty="0" err="1">
                <a:solidFill>
                  <a:srgbClr val="FFFF00"/>
                </a:solidFill>
              </a:rPr>
              <a:t>ðɛn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ðɛl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tɛl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ɪts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fɛr</a:t>
            </a:r>
            <a:endParaRPr lang="en-US" sz="3600" dirty="0">
              <a:solidFill>
                <a:srgbClr val="FFFF00"/>
              </a:solidFill>
            </a:endParaRPr>
          </a:p>
          <a:p>
            <a:endParaRPr lang="en-US" sz="3600" dirty="0">
              <a:solidFill>
                <a:srgbClr val="FFFF00"/>
              </a:solidFill>
            </a:endParaRPr>
          </a:p>
          <a:p>
            <a:r>
              <a:rPr lang="en-US" sz="3600" dirty="0">
                <a:solidFill>
                  <a:srgbClr val="FFFFFF"/>
                </a:solidFill>
              </a:rPr>
              <a:t>So beat it</a:t>
            </a:r>
          </a:p>
          <a:p>
            <a:r>
              <a:rPr lang="en-US" sz="3600" dirty="0" err="1">
                <a:solidFill>
                  <a:srgbClr val="FFFF00"/>
                </a:solidFill>
              </a:rPr>
              <a:t>soʊ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biːt</a:t>
            </a:r>
            <a:r>
              <a:rPr lang="en-US" sz="3600" dirty="0">
                <a:solidFill>
                  <a:srgbClr val="FFFF00"/>
                </a:solidFill>
              </a:rPr>
              <a:t> </a:t>
            </a:r>
            <a:r>
              <a:rPr lang="en-US" sz="3600" dirty="0" err="1">
                <a:solidFill>
                  <a:srgbClr val="FFFF00"/>
                </a:solidFill>
              </a:rPr>
              <a:t>ɪt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029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sz="2400" dirty="0" err="1">
                <a:solidFill>
                  <a:srgbClr val="C8C8C8"/>
                </a:solidFill>
              </a:rPr>
              <a:t>Te</a:t>
            </a:r>
            <a:r>
              <a:rPr sz="2400" dirty="0">
                <a:solidFill>
                  <a:srgbClr val="C8C8C8"/>
                </a:solidFill>
              </a:rPr>
              <a:t> </a:t>
            </a:r>
            <a:r>
              <a:rPr sz="2400" dirty="0" err="1">
                <a:solidFill>
                  <a:srgbClr val="C8C8C8"/>
                </a:solidFill>
              </a:rPr>
              <a:t>patearán</a:t>
            </a:r>
            <a:r>
              <a:rPr sz="2400" dirty="0">
                <a:solidFill>
                  <a:srgbClr val="C8C8C8"/>
                </a:solidFill>
              </a:rPr>
              <a:t>, luego </a:t>
            </a:r>
            <a:r>
              <a:rPr sz="2400" dirty="0" err="1">
                <a:solidFill>
                  <a:srgbClr val="C8C8C8"/>
                </a:solidFill>
              </a:rPr>
              <a:t>te</a:t>
            </a:r>
            <a:r>
              <a:rPr sz="2400" dirty="0">
                <a:solidFill>
                  <a:srgbClr val="C8C8C8"/>
                </a:solidFill>
              </a:rPr>
              <a:t> </a:t>
            </a:r>
            <a:r>
              <a:rPr sz="2400" dirty="0" err="1">
                <a:solidFill>
                  <a:srgbClr val="C8C8C8"/>
                </a:solidFill>
              </a:rPr>
              <a:t>golpearán</a:t>
            </a:r>
            <a:r>
              <a:rPr sz="2400" dirty="0">
                <a:solidFill>
                  <a:srgbClr val="C8C8C8"/>
                </a:solidFill>
              </a:rPr>
              <a:t> y luego </a:t>
            </a:r>
            <a:r>
              <a:rPr sz="2400" dirty="0" err="1">
                <a:solidFill>
                  <a:srgbClr val="C8C8C8"/>
                </a:solidFill>
              </a:rPr>
              <a:t>te</a:t>
            </a:r>
            <a:r>
              <a:rPr sz="2400" dirty="0">
                <a:solidFill>
                  <a:srgbClr val="C8C8C8"/>
                </a:solidFill>
              </a:rPr>
              <a:t> </a:t>
            </a:r>
            <a:r>
              <a:rPr sz="2400" dirty="0" err="1">
                <a:solidFill>
                  <a:srgbClr val="C8C8C8"/>
                </a:solidFill>
              </a:rPr>
              <a:t>dirán</a:t>
            </a:r>
            <a:r>
              <a:rPr sz="2400" dirty="0">
                <a:solidFill>
                  <a:srgbClr val="C8C8C8"/>
                </a:solidFill>
              </a:rPr>
              <a:t> que es </a:t>
            </a:r>
            <a:r>
              <a:rPr sz="2400" dirty="0" err="1">
                <a:solidFill>
                  <a:srgbClr val="C8C8C8"/>
                </a:solidFill>
              </a:rPr>
              <a:t>justo</a:t>
            </a:r>
            <a:endParaRPr sz="2400" dirty="0">
              <a:solidFill>
                <a:srgbClr val="C8C8C8"/>
              </a:solidFill>
            </a:endParaRPr>
          </a:p>
        </p:txBody>
      </p:sp>
      <p:pic>
        <p:nvPicPr>
          <p:cNvPr id="5" name="20">
            <a:hlinkClick r:id="" action="ppaction://media"/>
            <a:extLst>
              <a:ext uri="{FF2B5EF4-FFF2-40B4-BE49-F238E27FC236}">
                <a16:creationId xmlns:a16="http://schemas.microsoft.com/office/drawing/2014/main" id="{215A380E-7375-FBDC-7D35-54C506013A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70350" y="3175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96590B-81DF-42DA-3D9B-FD8D3348A7DA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05980"/>
            <a:ext cx="4821576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4000" dirty="0">
                <a:solidFill>
                  <a:srgbClr val="FFFFFF"/>
                </a:solidFill>
              </a:rPr>
              <a:t>but you </a:t>
            </a:r>
            <a:r>
              <a:rPr sz="4000" dirty="0" err="1">
                <a:solidFill>
                  <a:srgbClr val="FFFFFF"/>
                </a:solidFill>
              </a:rPr>
              <a:t>wanna</a:t>
            </a:r>
            <a:r>
              <a:rPr sz="4000" dirty="0">
                <a:solidFill>
                  <a:srgbClr val="FFFFFF"/>
                </a:solidFill>
              </a:rPr>
              <a:t> be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407355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3600" dirty="0" err="1">
                <a:solidFill>
                  <a:srgbClr val="FFFF00"/>
                </a:solidFill>
              </a:rPr>
              <a:t>bət</a:t>
            </a:r>
            <a:r>
              <a:rPr sz="3600" dirty="0">
                <a:solidFill>
                  <a:srgbClr val="FFFF00"/>
                </a:solidFill>
              </a:rPr>
              <a:t> </a:t>
            </a:r>
            <a:r>
              <a:rPr sz="3600" dirty="0" err="1">
                <a:solidFill>
                  <a:srgbClr val="FFFF00"/>
                </a:solidFill>
              </a:rPr>
              <a:t>ju</a:t>
            </a:r>
            <a:r>
              <a:rPr sz="3600" dirty="0">
                <a:solidFill>
                  <a:srgbClr val="FFFF00"/>
                </a:solidFill>
              </a:rPr>
              <a:t> ˈ</a:t>
            </a:r>
            <a:r>
              <a:rPr sz="3600" dirty="0" err="1">
                <a:solidFill>
                  <a:srgbClr val="FFFF00"/>
                </a:solidFill>
              </a:rPr>
              <a:t>wɑːnə</a:t>
            </a:r>
            <a:r>
              <a:rPr sz="3600" dirty="0">
                <a:solidFill>
                  <a:srgbClr val="FFFF00"/>
                </a:solidFill>
              </a:rPr>
              <a:t> bi </a:t>
            </a:r>
            <a:r>
              <a:rPr sz="3600" dirty="0" err="1">
                <a:solidFill>
                  <a:srgbClr val="FFFF00"/>
                </a:solidFill>
              </a:rPr>
              <a:t>bæd</a:t>
            </a:r>
            <a:endParaRPr sz="36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200">
                <a:solidFill>
                  <a:srgbClr val="C8C8C8"/>
                </a:solidFill>
              </a:rPr>
              <a:t>Así que lárgate, pero quieres ser malo</a:t>
            </a:r>
          </a:p>
        </p:txBody>
      </p:sp>
      <p:pic>
        <p:nvPicPr>
          <p:cNvPr id="5" name="21">
            <a:hlinkClick r:id="" action="ppaction://media"/>
            <a:extLst>
              <a:ext uri="{FF2B5EF4-FFF2-40B4-BE49-F238E27FC236}">
                <a16:creationId xmlns:a16="http://schemas.microsoft.com/office/drawing/2014/main" id="{DC7D826D-067F-FC78-A96F-CACF597558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60800" y="406400"/>
            <a:ext cx="609600" cy="609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07D0EA-B3E5-C732-3740-C417D6C99536}"/>
              </a:ext>
            </a:extLst>
          </p:cNvPr>
          <p:cNvSpPr txBox="1"/>
          <p:nvPr/>
        </p:nvSpPr>
        <p:spPr>
          <a:xfrm>
            <a:off x="3200788" y="6340027"/>
            <a:ext cx="456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www.MartinBlacutt.com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838</Words>
  <Application>Microsoft Office PowerPoint</Application>
  <PresentationFormat>On-screen Show (4:3)</PresentationFormat>
  <Paragraphs>159</Paragraphs>
  <Slides>22</Slides>
  <Notes>0</Notes>
  <HiddenSlides>0</HiddenSlides>
  <MMClips>21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Martin</dc:creator>
  <cp:keywords/>
  <dc:description>generated using python-pptx</dc:description>
  <cp:lastModifiedBy>Martin Blakutt</cp:lastModifiedBy>
  <cp:revision>4</cp:revision>
  <dcterms:created xsi:type="dcterms:W3CDTF">2013-01-27T09:14:16Z</dcterms:created>
  <dcterms:modified xsi:type="dcterms:W3CDTF">2025-09-05T15:39:18Z</dcterms:modified>
  <cp:category/>
</cp:coreProperties>
</file>